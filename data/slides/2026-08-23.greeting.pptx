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0" y="685800"/>
            <a:ext cx="12192000" cy="548640"/>
          </a:xfrm>
          <a:prstGeom prst="rect">
            <a:avLst/>
          </a:prstGeom>
          <a:noFill/>
        </p:spPr>
        <p:txBody>
          <a:bodyPr wrap="square" anchor="ctr">
            <a:spAutoFit/>
          </a:bodyPr>
          <a:lstStyle/>
          <a:p>
            <a:pPr algn="ctr"/>
            <a:r>
              <a:rPr sz="2000" b="1">
                <a:solidFill>
                  <a:srgbClr val="E8B44C"/>
                </a:solidFill>
                <a:latin typeface="Noto Sans CJK SC"/>
              </a:rPr>
              <a:t>本周问候 · 이번 주 인사 — 옆 사람과 서로의 말로</a:t>
            </a:r>
          </a:p>
        </p:txBody>
      </p:sp>
      <p:sp>
        <p:nvSpPr>
          <p:cNvPr id="3" name="TextBox 2"/>
          <p:cNvSpPr txBox="1"/>
          <p:nvPr/>
        </p:nvSpPr>
        <p:spPr>
          <a:xfrm>
            <a:off x="731520" y="1645920"/>
            <a:ext cx="10728960" cy="2057400"/>
          </a:xfrm>
          <a:prstGeom prst="rect">
            <a:avLst/>
          </a:prstGeom>
          <a:noFill/>
        </p:spPr>
        <p:txBody>
          <a:bodyPr wrap="square" anchor="ctr">
            <a:spAutoFit/>
          </a:bodyPr>
          <a:lstStyle/>
          <a:p>
            <a:pPr algn="ctr"/>
            <a:r>
              <a:rPr sz="4800" b="1">
                <a:solidFill>
                  <a:srgbClr val="F7F3EA"/>
                </a:solidFill>
                <a:latin typeface="Noto Sans CJK SC"/>
              </a:rPr>
              <a:t>即使在等待的时候，神也在作工！</a:t>
            </a:r>
          </a:p>
        </p:txBody>
      </p:sp>
      <p:sp>
        <p:nvSpPr>
          <p:cNvPr id="4" name="TextBox 3"/>
          <p:cNvSpPr txBox="1"/>
          <p:nvPr/>
        </p:nvSpPr>
        <p:spPr>
          <a:xfrm>
            <a:off x="975360" y="3771900"/>
            <a:ext cx="10241280" cy="685800"/>
          </a:xfrm>
          <a:prstGeom prst="rect">
            <a:avLst/>
          </a:prstGeom>
          <a:noFill/>
        </p:spPr>
        <p:txBody>
          <a:bodyPr wrap="square" anchor="ctr">
            <a:spAutoFit/>
          </a:bodyPr>
          <a:lstStyle/>
          <a:p>
            <a:pPr algn="ctr"/>
            <a:r>
              <a:rPr sz="2600" b="0">
                <a:solidFill>
                  <a:srgbClr val="E8B44C"/>
                </a:solidFill>
                <a:latin typeface="Noto Sans CJK SC"/>
              </a:rPr>
              <a:t>jí shǐ zài děng dài de shí hòu, shén yě zài zuò gōng!</a:t>
            </a:r>
          </a:p>
        </p:txBody>
      </p:sp>
      <p:sp>
        <p:nvSpPr>
          <p:cNvPr id="5" name="TextBox 4"/>
          <p:cNvSpPr txBox="1"/>
          <p:nvPr/>
        </p:nvSpPr>
        <p:spPr>
          <a:xfrm>
            <a:off x="975360" y="4526280"/>
            <a:ext cx="10241280" cy="960120"/>
          </a:xfrm>
          <a:prstGeom prst="rect">
            <a:avLst/>
          </a:prstGeom>
          <a:noFill/>
        </p:spPr>
        <p:txBody>
          <a:bodyPr wrap="square" anchor="ctr">
            <a:spAutoFit/>
          </a:bodyPr>
          <a:lstStyle/>
          <a:p>
            <a:pPr algn="ctr"/>
            <a:r>
              <a:rPr sz="3400" b="0">
                <a:solidFill>
                  <a:srgbClr val="AAB2C4"/>
                </a:solidFill>
                <a:latin typeface="Malgun Gothic"/>
              </a:rPr>
              <a:t>기다리는 시간에도 하나님은 일하십니다!</a:t>
            </a:r>
          </a:p>
        </p:txBody>
      </p:sp>
      <p:sp>
        <p:nvSpPr>
          <p:cNvPr id="6" name="TextBox 5"/>
          <p:cNvSpPr txBox="1"/>
          <p:nvPr/>
        </p:nvSpPr>
        <p:spPr>
          <a:xfrm>
            <a:off x="731520" y="6035040"/>
            <a:ext cx="10728960" cy="480060"/>
          </a:xfrm>
          <a:prstGeom prst="rect">
            <a:avLst/>
          </a:prstGeom>
          <a:noFill/>
        </p:spPr>
        <p:txBody>
          <a:bodyPr wrap="square" anchor="ctr">
            <a:spAutoFit/>
          </a:bodyPr>
          <a:lstStyle/>
          <a:p>
            <a:pPr algn="ctr"/>
            <a:r>
              <a:rPr sz="1400" b="0">
                <a:solidFill>
                  <a:srgbClr val="AAB2C4"/>
                </a:solidFill>
                <a:latin typeface="Malgun Gothic"/>
              </a:rPr>
              <a:t>言盐教会 · 새오름교회 · 2026-08-23 · 先来填补空位的人们 / 자리를 먼저 채우는 사람들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0" y="685800"/>
            <a:ext cx="12192000" cy="548640"/>
          </a:xfrm>
          <a:prstGeom prst="rect">
            <a:avLst/>
          </a:prstGeom>
          <a:noFill/>
        </p:spPr>
        <p:txBody>
          <a:bodyPr wrap="square" anchor="ctr">
            <a:spAutoFit/>
          </a:bodyPr>
          <a:lstStyle/>
          <a:p>
            <a:pPr algn="ctr"/>
            <a:r>
              <a:rPr sz="2000" b="1">
                <a:solidFill>
                  <a:srgbClr val="E8B44C"/>
                </a:solidFill>
                <a:latin typeface="Noto Sans CJK SC"/>
              </a:rPr>
              <a:t>本周金句 · 이번 주 말씀 — 使徒行传 1:12-14 · 사도행전 1:12-14</a:t>
            </a:r>
          </a:p>
        </p:txBody>
      </p:sp>
      <p:sp>
        <p:nvSpPr>
          <p:cNvPr id="3" name="TextBox 2"/>
          <p:cNvSpPr txBox="1"/>
          <p:nvPr/>
        </p:nvSpPr>
        <p:spPr>
          <a:xfrm>
            <a:off x="731520" y="1645920"/>
            <a:ext cx="10728960" cy="2057400"/>
          </a:xfrm>
          <a:prstGeom prst="rect">
            <a:avLst/>
          </a:prstGeom>
          <a:noFill/>
        </p:spPr>
        <p:txBody>
          <a:bodyPr wrap="square" anchor="ctr">
            <a:spAutoFit/>
          </a:bodyPr>
          <a:lstStyle/>
          <a:p>
            <a:pPr algn="ctr"/>
            <a:r>
              <a:rPr sz="4800" b="1">
                <a:solidFill>
                  <a:srgbClr val="F7F3EA"/>
                </a:solidFill>
                <a:latin typeface="Noto Sans CJK SC"/>
              </a:rPr>
              <a:t>这些人同着几个妇人和耶稣的母亲马利亚，并耶稣的弟兄，都同心合意地恒切祷告。</a:t>
            </a:r>
          </a:p>
        </p:txBody>
      </p:sp>
      <p:sp>
        <p:nvSpPr>
          <p:cNvPr id="4" name="TextBox 3"/>
          <p:cNvSpPr txBox="1"/>
          <p:nvPr/>
        </p:nvSpPr>
        <p:spPr>
          <a:xfrm>
            <a:off x="975360" y="3771900"/>
            <a:ext cx="10241280" cy="685800"/>
          </a:xfrm>
          <a:prstGeom prst="rect">
            <a:avLst/>
          </a:prstGeom>
          <a:noFill/>
        </p:spPr>
        <p:txBody>
          <a:bodyPr wrap="square" anchor="ctr">
            <a:spAutoFit/>
          </a:bodyPr>
          <a:lstStyle/>
          <a:p>
            <a:pPr algn="ctr"/>
            <a:r>
              <a:rPr sz="2600" b="0">
                <a:solidFill>
                  <a:srgbClr val="E8B44C"/>
                </a:solidFill>
                <a:latin typeface="Noto Sans CJK SC"/>
              </a:rPr>
              <a:t>zhè xiē rén tóng zhe jǐ gè fù rén hé yē sū de mǔ qīn mǎ lì yà, bìng yē sū de dì xiōng, dōu tóng xīn hé yì dì héng qiè dǎo gào.</a:t>
            </a:r>
          </a:p>
        </p:txBody>
      </p:sp>
      <p:sp>
        <p:nvSpPr>
          <p:cNvPr id="5" name="TextBox 4"/>
          <p:cNvSpPr txBox="1"/>
          <p:nvPr/>
        </p:nvSpPr>
        <p:spPr>
          <a:xfrm>
            <a:off x="975360" y="4526280"/>
            <a:ext cx="10241280" cy="960120"/>
          </a:xfrm>
          <a:prstGeom prst="rect">
            <a:avLst/>
          </a:prstGeom>
          <a:noFill/>
        </p:spPr>
        <p:txBody>
          <a:bodyPr wrap="square" anchor="ctr">
            <a:spAutoFit/>
          </a:bodyPr>
          <a:lstStyle/>
          <a:p>
            <a:pPr algn="ctr"/>
            <a:r>
              <a:rPr sz="3400" b="0">
                <a:solidFill>
                  <a:srgbClr val="AAB2C4"/>
                </a:solidFill>
                <a:latin typeface="Malgun Gothic"/>
              </a:rPr>
              <a:t>사도행전 1장 14절</a:t>
            </a:r>
          </a:p>
        </p:txBody>
      </p:sp>
      <p:sp>
        <p:nvSpPr>
          <p:cNvPr id="6" name="TextBox 5"/>
          <p:cNvSpPr txBox="1"/>
          <p:nvPr/>
        </p:nvSpPr>
        <p:spPr>
          <a:xfrm>
            <a:off x="731520" y="6035040"/>
            <a:ext cx="10728960" cy="480060"/>
          </a:xfrm>
          <a:prstGeom prst="rect">
            <a:avLst/>
          </a:prstGeom>
          <a:noFill/>
        </p:spPr>
        <p:txBody>
          <a:bodyPr wrap="square" anchor="ctr">
            <a:spAutoFit/>
          </a:bodyPr>
          <a:lstStyle/>
          <a:p>
            <a:pPr algn="ctr"/>
            <a:r>
              <a:rPr sz="1400" b="0">
                <a:solidFill>
                  <a:srgbClr val="AAB2C4"/>
                </a:solidFill>
                <a:latin typeface="Malgun Gothic"/>
              </a:rPr>
              <a:t>言盐教会 · 새오름교회 · 2026-08-23 · 先来填补空位的人们 / 자리를 먼저 채우는 사람들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