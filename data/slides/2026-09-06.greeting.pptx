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本周问候 · 이번 주 인사 — 옆 사람과 서로의 말로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7F3EA"/>
                </a:solidFill>
                <a:latin typeface="Noto Sans CJK SC"/>
              </a:rPr>
              <a:t>我们都是被差遣的人。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wǒ men dōu shì bèi chāi qiǎn de rén.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우린 모두 보냄받은 사람들입니다.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2026-09-06 · 差遣的人，与被差遣的人 / 보내는 사람들, 그리고 보냄받은 사람들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本周金句 · 이번 주 말씀 — 使徒行传 13:1-3 · 사도행전 13:1-3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7F3EA"/>
                </a:solidFill>
                <a:latin typeface="Noto Sans CJK SC"/>
              </a:rPr>
              <a:t>于是禁食祷告，按手在他们头上，就打发他们去了。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yú shì jìn shí dǎo gào, àn shǒu zài tā men tóu shàng, jiù dǎ fā tā men qù 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이에 금식하며 기도하고 두 사람에게 안수하여 보내니라.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2026-09-06 · 差遣的人，与被差遣的人 / 보내는 사람들, 그리고 보냄받은 사람들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