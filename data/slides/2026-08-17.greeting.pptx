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本周金句 · 이번 주 말씀 — 马可福音 10:13-16 · 마가복음 10:13-16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7F3EA"/>
                </a:solidFill>
                <a:latin typeface="Noto Sans CJK SC"/>
              </a:rPr>
              <a:t>让小孩子到我这里来，不要禁止他们；因为在神国的，正是这样的人。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ràng xiǎo hái zi dào wǒ zhè lǐ lái, bú yào jìn zhǐ tā men; yīn wèi zài shén guó de, zhèng shì zhè yàng de rén.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어린 아이들이 내게 오는 것을 용납하고 금하지 말라 하나님의 나라가 이런 자의 것이니라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2026-08-17 · 耶稣欢迎我 / 예수님은 나를 반겨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