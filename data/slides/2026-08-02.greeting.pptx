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85800"/>
            <a:ext cx="1219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8B44C"/>
                </a:solidFill>
                <a:latin typeface="Noto Sans CJK SC"/>
              </a:rPr>
              <a:t>本周问候 · 이번 주 인사 — 옆 사람과 서로의 말로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96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7F3EA"/>
                </a:solidFill>
                <a:latin typeface="Noto Sans CJK SC"/>
              </a:rPr>
              <a:t>与神的爱是无法隔绝的！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377190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E8B44C"/>
                </a:solidFill>
                <a:latin typeface="Noto Sans CJK SC"/>
              </a:rPr>
              <a:t>yǔ shén de ài shì wú fǎ gé jué de!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4526280"/>
            <a:ext cx="102412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0">
                <a:solidFill>
                  <a:srgbClr val="AAB2C4"/>
                </a:solidFill>
                <a:latin typeface="Malgun Gothic"/>
              </a:rPr>
              <a:t>하나님과의 사랑은 끊을 수가 없답니다!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72896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AAB2C4"/>
                </a:solidFill>
                <a:latin typeface="Malgun Gothic"/>
              </a:rPr>
              <a:t>言盐教会 · 새오름교회 · 2026-08-02 · 有着不可隔绝之爱的人们 / 끊을 수 없는 사랑을 하는 사람들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85800"/>
            <a:ext cx="1219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8B44C"/>
                </a:solidFill>
                <a:latin typeface="Noto Sans CJK SC"/>
              </a:rPr>
              <a:t>本周金句 · 이번 주 말씀 — 罗马书 8:35-39 · 로마서 8:35-39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96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7F3EA"/>
                </a:solidFill>
                <a:latin typeface="Noto Sans CJK SC"/>
              </a:rPr>
              <a:t>然而，靠着爱我们的主，在这一切的事上已经得胜有余了。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377190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E8B44C"/>
                </a:solidFill>
                <a:latin typeface="Noto Sans CJK SC"/>
              </a:rPr>
              <a:t>rán ér, kào zhe ài wǒ men de zhǔ, zài zhè yī qiè de shì shàng yǐ jīng dé shèng yǒu yú 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4526280"/>
            <a:ext cx="102412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0">
                <a:solidFill>
                  <a:srgbClr val="AAB2C4"/>
                </a:solidFill>
                <a:latin typeface="Malgun Gothic"/>
              </a:rPr>
              <a:t>그러나 이 모든 일에 우리를 사랑하시는 이로 말미암아 우리가 넉넉히 이기느니라.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72896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AAB2C4"/>
                </a:solidFill>
                <a:latin typeface="Malgun Gothic"/>
              </a:rPr>
              <a:t>言盐教会 · 새오름교회 · 2026-08-02 · 有着不可隔绝之爱的人们 / 끊을 수 없는 사랑을 하는 사람들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