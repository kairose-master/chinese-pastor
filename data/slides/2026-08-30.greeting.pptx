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685800"/>
            <a:ext cx="121920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E8B44C"/>
                </a:solidFill>
                <a:latin typeface="Noto Sans CJK SC"/>
              </a:rPr>
              <a:t>本周问候 · 이번 주 인사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728960" cy="2057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000" b="1">
                <a:solidFill>
                  <a:srgbClr val="F7F3EA"/>
                </a:solidFill>
                <a:latin typeface="Noto Sans CJK SC"/>
              </a:rPr>
              <a:t>让我们一起撒下盼望的种子。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5360" y="3771900"/>
            <a:ext cx="1024128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600" b="0">
                <a:solidFill>
                  <a:srgbClr val="E8B44C"/>
                </a:solidFill>
                <a:latin typeface="Noto Sans CJK SC"/>
              </a:rPr>
              <a:t>ràng wǒ men yì qǐ sā xià pàn wàng de zhǒng zi.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5360" y="4526280"/>
            <a:ext cx="10241280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400" b="0">
                <a:solidFill>
                  <a:srgbClr val="AAB2C4"/>
                </a:solidFill>
                <a:latin typeface="Malgun Gothic"/>
              </a:rPr>
              <a:t>우리 함께 소망의 씨앗을 심읍시다.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035040"/>
            <a:ext cx="10728960" cy="4800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0">
                <a:solidFill>
                  <a:srgbClr val="AAB2C4"/>
                </a:solidFill>
                <a:latin typeface="Malgun Gothic"/>
              </a:rPr>
              <a:t>言盐教会 · 새오름교회 · 2026-08-30 · 带着盼望撒种的人们 / 소망으로 씨를 뿌리는 사람들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685800"/>
            <a:ext cx="121920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E8B44C"/>
                </a:solidFill>
                <a:latin typeface="Noto Sans CJK SC"/>
              </a:rPr>
              <a:t>本周问候 · 이번 주 인사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728960" cy="2057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000" b="1">
                <a:solidFill>
                  <a:srgbClr val="F7F3EA"/>
                </a:solidFill>
                <a:latin typeface="Noto Sans CJK SC"/>
              </a:rPr>
              <a:t>使它生长的是神。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5360" y="3771900"/>
            <a:ext cx="1024128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600" b="0">
                <a:solidFill>
                  <a:srgbClr val="E8B44C"/>
                </a:solidFill>
                <a:latin typeface="Noto Sans CJK SC"/>
              </a:rPr>
              <a:t>shǐ tā shēng zhǎng de shì shén.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5360" y="4526280"/>
            <a:ext cx="10241280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400" b="0">
                <a:solidFill>
                  <a:srgbClr val="AAB2C4"/>
                </a:solidFill>
                <a:latin typeface="Malgun Gothic"/>
              </a:rPr>
              <a:t>자라게 하시는 분은 하나님이십니다.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035040"/>
            <a:ext cx="10728960" cy="4800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0">
                <a:solidFill>
                  <a:srgbClr val="AAB2C4"/>
                </a:solidFill>
                <a:latin typeface="Malgun Gothic"/>
              </a:rPr>
              <a:t>言盐教会 · 새오름교회 · 2026-08-30 · 带着盼望撒种的人们 / 소망으로 씨를 뿌리는 사람들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685800"/>
            <a:ext cx="121920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E8B44C"/>
                </a:solidFill>
                <a:latin typeface="Noto Sans CJK SC"/>
              </a:rPr>
              <a:t>本周金句 · 이번 주 말씀 — 哥林多前书 3:6-9 · 고린도전서 3:6-9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728960" cy="2057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800" b="1">
                <a:solidFill>
                  <a:srgbClr val="F7F3EA"/>
                </a:solidFill>
                <a:latin typeface="Noto Sans CJK SC"/>
              </a:rPr>
              <a:t>我栽种了，亚波罗浇灌了，惟有神叫他生长。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5360" y="3771900"/>
            <a:ext cx="1024128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600" b="0">
                <a:solidFill>
                  <a:srgbClr val="E8B44C"/>
                </a:solidFill>
                <a:latin typeface="Noto Sans CJK SC"/>
              </a:rPr>
              <a:t>wǒ zāi zhòng le, yà bō luó jiāo guàn le, wéi yǒu shén jiào tā shēng zhǎng.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5360" y="4526280"/>
            <a:ext cx="10241280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400" b="0">
                <a:solidFill>
                  <a:srgbClr val="AAB2C4"/>
                </a:solidFill>
                <a:latin typeface="Malgun Gothic"/>
              </a:rPr>
              <a:t>나는 심었고 아볼로는 물을 주었으되 오직 하나님께서 자라나게 하셨나니.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035040"/>
            <a:ext cx="10728960" cy="4800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0">
                <a:solidFill>
                  <a:srgbClr val="AAB2C4"/>
                </a:solidFill>
                <a:latin typeface="Malgun Gothic"/>
              </a:rPr>
              <a:t>言盐教会 · 새오름교회 · 2026-08-30 · 带着盼望撒种的人们 / 소망으로 씨를 뿌리는 사람들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